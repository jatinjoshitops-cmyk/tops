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Myntra End of Reason Sale (EORS 22)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results – 22nd edition, June 2025 · India's largest fashion, beauty &amp; lifestyle sale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DE6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0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vs. business-as-usual levels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DE6EE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0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1188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new customers vs. the previous edition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DE6E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0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came from non-metro cities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0" y="18288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DE6E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4040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0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18X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46404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Myntra FWD (Gen Z segment) vs. business-as-usual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Business Standard, “Myntra's End of Reason Sale sees 2X order spike, led by non-metros,” June 16,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2026-08-04T08:32:56Z</dcterms:created>
  <dcterms:modified xsi:type="dcterms:W3CDTF">2026-08-04T08:32:56Z</dcterms:modified>
</cp:coreProperties>
</file>